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3e6e47e4e741c6" /><Relationship Type="http://schemas.openxmlformats.org/officeDocument/2006/relationships/extended-properties" Target="/docProps/app.xml" Id="R9d14468b9685408f" /><Relationship Type="http://schemas.openxmlformats.org/officeDocument/2006/relationships/officeDocument" Target="/ppt/presentation.xml" Id="Rcf3248c39cd14d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7d9634f55440ad"/>
  </p:sldMasterIdLst>
  <p:notesMasterIdLst>
    <p:notesMasterId xmlns:r="http://schemas.openxmlformats.org/officeDocument/2006/relationships" r:id="Re92a68dd289f48be"/>
  </p:notesMasterIdLst>
  <p:sldIdLst>
    <p:sldId xmlns:r="http://schemas.openxmlformats.org/officeDocument/2006/relationships" id="256" r:id="R09a226ff1ab9408a"/>
    <p:sldId xmlns:r="http://schemas.openxmlformats.org/officeDocument/2006/relationships" id="257" r:id="Ra310fe543a0140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f11cb81b6244be" /><Relationship Type="http://schemas.openxmlformats.org/officeDocument/2006/relationships/slideMaster" Target="/ppt/slideMasters/slideMaster1.xml" Id="Re67d9634f55440ad" /><Relationship Type="http://schemas.openxmlformats.org/officeDocument/2006/relationships/notesMaster" Target="/ppt/notesMasters/notesMaster1.xml" Id="Re92a68dd289f48be" /><Relationship Type="http://schemas.openxmlformats.org/officeDocument/2006/relationships/presProps" Target="/ppt/presProps.xml" Id="R6cd29fa8b53140d7" /><Relationship Type="http://schemas.openxmlformats.org/officeDocument/2006/relationships/tableStyles" Target="/ppt/tableStyles.xml" Id="R385a233f1e2e49cb" /><Relationship Type="http://schemas.openxmlformats.org/officeDocument/2006/relationships/slide" Target="/ppt/slides/slide1.xml" Id="R09a226ff1ab9408a" /><Relationship Type="http://schemas.openxmlformats.org/officeDocument/2006/relationships/slide" Target="/ppt/slides/slide2.xml" Id="Ra310fe543a0140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f4c1f2250746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e4ead8b54d44b5" /><Relationship Type="http://schemas.openxmlformats.org/officeDocument/2006/relationships/notesMaster" Target="/ppt/notesMasters/notesMaster1.xml" Id="R71e9431e7dab4f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95ee4c53fd4dfe" /><Relationship Type="http://schemas.openxmlformats.org/officeDocument/2006/relationships/notesMaster" Target="/ppt/notesMasters/notesMaster1.xml" Id="R8f2b00658e8d4d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derived from this repository's Dockerfile and docker-compose.yml. The VM intentionally runs only the Hush service on its existing 20 GB disk. Ollama remains available for later experiments but is not part of this deployed profile.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Milestone 2 comparison comes from the repository setup guide and deployment runbook. The Milestone 3 process comes from docker-compose.yml and Hush_Milestone3_Runbook.md.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cfc9ce1fb945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4850052f5c4e4b" /><Relationship Type="http://schemas.openxmlformats.org/officeDocument/2006/relationships/slideLayout" Target="/ppt/slideLayouts/slideLayout1.xml" Id="Rfa91c1320cd444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91c1320cd444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70a8d9ac444ca" /><Relationship Type="http://schemas.openxmlformats.org/officeDocument/2006/relationships/notesSlide" Target="/ppt/notesSlides/notesSlide1.xml" Id="Rdd0d3ee9033b45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e8fba03fc44e4" /><Relationship Type="http://schemas.openxmlformats.org/officeDocument/2006/relationships/notesSlide" Target="/ppt/notesSlides/notesSlide2.xml" Id="R54ed5cf22f8049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4E11BC-500C-4E5A-9C47-F9889358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Hush container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0CAD0-1A1A-47A5-990B-B89205D0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One versioned linux/amd64 artifact runs locally and on the GCP VM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2E8B5-916E-43B8-8906-0DAF1599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B0B2B-BD6F-4ABD-AA06-4C1D374A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2143125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19050">
            <a:solidFill>
              <a:srgbClr val="2563E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2E575-5D56-4F40-B33C-B221FF83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Native Mac client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EBE25-BB40-44F0-8D8A-57A4F740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38375"/>
            <a:ext cx="1666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Microphone</a:t>
            </a:r>
          </a:p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Global hotkey</a:t>
            </a:r>
          </a:p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Text insertion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A6958-8ED6-47AE-A250-1E74A46B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46697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B7A61-5E3F-430B-BE85-27A6669F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14312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11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TCP 57327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F6698-1ABD-4F5B-8445-585EEDE1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495425"/>
            <a:ext cx="81724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9050">
            <a:solidFill>
              <a:srgbClr val="BCCCD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1C4F5-21F1-45ED-88FF-29D35EEC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6002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Hush-only VM profile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A2C8E7-9D9C-44BC-A32A-6D8F464B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047875"/>
            <a:ext cx="74866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DDF5EF"/>
          </a:solidFill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73409F-282B-4F79-BD9D-64767BA7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90750"/>
            <a:ext cx="693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20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Hush v1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3A8202-C030-4765-930D-A997D73E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09850"/>
            <a:ext cx="67437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FastAPI dashboard and API</a:t>
            </a:r>
          </a:p>
          <a:p xmlns:a="http://schemas.openxmlformats.org/drawingml/2006/main">
            <a:pPr algn="ctr">
              <a:def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Whisper base.en transcription</a:t>
            </a:r>
          </a:p>
          <a:p xmlns:a="http://schemas.openxmlformats.org/drawingml/2006/main">
            <a:pPr algn="ctr">
              <a:def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SQLite history and snippets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0BCA73-3C5A-4ED0-BDF5-A1A89E06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674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Published in Artifact Registry; cleanup falls back to the raw transcript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6884A0-D997-4C67-8453-CE7EFD02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14775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9BF07-0E59-4219-B87D-607B8520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33900"/>
            <a:ext cx="7591425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CCC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2E71E1-0972-43D8-BB97-6EAED8D3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648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Named volumes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962753-B86F-4E5B-9BB1-73B0A9B5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48200"/>
            <a:ext cx="538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hush-data   Whisper cache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475478-C45A-4822-B805-BE1B3E4D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53000"/>
            <a:ext cx="7029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History and the speech model survive container recreation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04E01C-6548-4387-AE85-D25AC900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14975"/>
            <a:ext cx="110204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9050">
            <a:solidFill>
              <a:srgbClr val="102A4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13875A-976B-4006-8F3A-E4F34CCE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Same v1 digest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878389-63D4-4ABC-8AA6-1DF4EDE5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10225"/>
            <a:ext cx="804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Laptop runs the AMD64 image through emulation. The VM pulls that exact artifact.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66ACCE-B9EB-47C0-B4A0-FCBD055B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15025"/>
            <a:ext cx="804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9E2EC"/>
                </a:solidFill>
                <a:latin typeface="Helvetica Neue"/>
                <a:ea typeface="Helvetica Neue"/>
                <a:cs typeface="Helvetica Neue"/>
              </a:rPr>
              <a:t>Port 57327 remains unchanged from Milestone 2</a:t>
            </a:r>
          </a:p>
        </p:txBody>
      </p:sp>
    </p:spTree>
    <p:extLst>
      <p:ext uri="{BB962C8B-B14F-4D97-AF65-F5344CB8AC3E}">
        <p14:creationId xmlns:p14="http://schemas.microsoft.com/office/powerpoint/2010/main" val="4405866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06B523-43FE-4832-B8FC-611D8417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Manual VM setup versus container 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5E3E6-452A-4673-963E-2F0A3F63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Containerization removed dependency drift and made rollback reproducible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C16FD-07D0-424F-8BD4-9DDE16E7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FF0B7-9B57-4927-851D-C3925584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97706"/>
                </a:solidFill>
                <a:latin typeface="Helvetica Neue"/>
                <a:ea typeface="Helvetica Neue"/>
                <a:cs typeface="Helvetica Neue"/>
              </a:rPr>
              <a:t>MILESTONE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E476C-1B9D-4DE5-BB79-39ABE692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5621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MILESTONE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579DA-3E0D-43EA-BF10-2C9D8D89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14525"/>
            <a:ext cx="5010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B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525DF-937C-44DA-BA92-02C0C5DF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443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Manual VM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25C3D-7E42-465D-9E1A-73294012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0325"/>
            <a:ext cx="43053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Copy the repository</a:t>
            </a:r>
          </a:p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Create and activate a virtual environment</a:t>
            </a:r>
          </a:p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Install Linux packages and Python dependencies</a:t>
            </a:r>
          </a:p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Configure environment files and systemd</a:t>
            </a:r>
          </a:p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Diagnose headless import and display failures</a:t>
            </a:r>
          </a:p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Repeat setup after VM replacement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F53A0-3E71-4BF7-B4CB-FD6C6686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76775"/>
            <a:ext cx="430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97706"/>
                </a:solidFill>
                <a:latin typeface="Helvetica Neue"/>
                <a:ea typeface="Helvetica Neue"/>
                <a:cs typeface="Helvetica Neue"/>
              </a:rPr>
              <a:t>Result: setup depended on machine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D68D4-798D-4B6F-899E-232F43CE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14525"/>
            <a:ext cx="5010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AF7"/>
          </a:solidFill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55FA8-1668-4151-85AC-8D407CD6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95500"/>
            <a:ext cx="443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Container deployment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CBA66-0260-4B42-B461-C98B7259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00325"/>
            <a:ext cx="43053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Pull the explicit v1 image</a:t>
            </a:r>
          </a:p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Provide runtime token and allowed host</a:t>
            </a:r>
          </a:p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Start the Hush Compose service</a:t>
            </a:r>
          </a:p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Reuse persistent history and Whisper cache</a:t>
            </a:r>
          </a:p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Verify health and the immutable digest</a:t>
            </a:r>
          </a:p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Roll back by selecting an earlier version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73606-0AE8-4793-B350-1A9E3232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76775"/>
            <a:ext cx="430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Result: the artifact defines the environment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89AE4-7C4D-421F-B69B-888421FE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9050">
            <a:solidFill>
              <a:srgbClr val="102A4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B315F6-83A9-4B66-BB3E-6FB4C82A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Problem solved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AC3EB1-3859-4C90-82E9-15E1CE59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486400"/>
            <a:ext cx="845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0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Every teammate and the VM now run the same tested Hush image instead of recreating a server by hand.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1B5984-AC5D-4668-B0DF-645A54F5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895975"/>
            <a:ext cx="845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9E2EC"/>
                </a:solidFill>
                <a:latin typeface="Helvetica Neue"/>
                <a:ea typeface="Helvetica Neue"/>
                <a:cs typeface="Helvetica Neue"/>
              </a:rPr>
              <a:t>Deployment becomes pull, configure, run, and verify.</a:t>
            </a:r>
          </a:p>
        </p:txBody>
      </p:sp>
    </p:spTree>
    <p:extLst>
      <p:ext uri="{BB962C8B-B14F-4D97-AF65-F5344CB8AC3E}">
        <p14:creationId xmlns:p14="http://schemas.microsoft.com/office/powerpoint/2010/main" val="17866256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2026-10-02T17:16:03.2780000Z</dcterms:created>
  <dcterms:modified xsi:type="dcterms:W3CDTF">2026-10-02T17:16:03.2780000Z</dcterms:modified>
</coreProperties>
</file>