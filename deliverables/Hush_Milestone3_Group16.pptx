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3ceacf2c4f4f5a" /><Relationship Type="http://schemas.openxmlformats.org/officeDocument/2006/relationships/extended-properties" Target="/docProps/app.xml" Id="Rac4a25856bbc4a5b" /><Relationship Type="http://schemas.openxmlformats.org/officeDocument/2006/relationships/officeDocument" Target="/ppt/presentation.xml" Id="Rfb63ff81cf384a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884064980e4a34"/>
  </p:sldMasterIdLst>
  <p:notesMasterIdLst>
    <p:notesMasterId xmlns:r="http://schemas.openxmlformats.org/officeDocument/2006/relationships" r:id="R31e510705aaf42f3"/>
  </p:notesMasterIdLst>
  <p:sldIdLst>
    <p:sldId xmlns:r="http://schemas.openxmlformats.org/officeDocument/2006/relationships" id="256" r:id="Rb2ea1f8f7d734c43"/>
    <p:sldId xmlns:r="http://schemas.openxmlformats.org/officeDocument/2006/relationships" id="257" r:id="R3b43005dc8174a8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0d06989a7040e3" /><Relationship Type="http://schemas.openxmlformats.org/officeDocument/2006/relationships/slideMaster" Target="/ppt/slideMasters/slideMaster1.xml" Id="R2e884064980e4a34" /><Relationship Type="http://schemas.openxmlformats.org/officeDocument/2006/relationships/notesMaster" Target="/ppt/notesMasters/notesMaster1.xml" Id="R31e510705aaf42f3" /><Relationship Type="http://schemas.openxmlformats.org/officeDocument/2006/relationships/presProps" Target="/ppt/presProps.xml" Id="R97f53bbbd3b345be" /><Relationship Type="http://schemas.openxmlformats.org/officeDocument/2006/relationships/tableStyles" Target="/ppt/tableStyles.xml" Id="R67ecd43828d74289" /><Relationship Type="http://schemas.openxmlformats.org/officeDocument/2006/relationships/slide" Target="/ppt/slides/slide1.xml" Id="Rb2ea1f8f7d734c43" /><Relationship Type="http://schemas.openxmlformats.org/officeDocument/2006/relationships/slide" Target="/ppt/slides/slide2.xml" Id="R3b43005dc8174a8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a3a80a277b45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9fe9f864894e14" /><Relationship Type="http://schemas.openxmlformats.org/officeDocument/2006/relationships/notesMaster" Target="/ppt/notesMasters/notesMaster1.xml" Id="R26486bbbcde6465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a75ccf77c4471e" /><Relationship Type="http://schemas.openxmlformats.org/officeDocument/2006/relationships/notesMaster" Target="/ppt/notesMasters/notesMaster1.xml" Id="Racf18fb8a6e642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derived from this repository's Dockerfile and docker-compose.yml. The diagram represents the intended local and VM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Milestone 2 comparison comes from the repository setup guide and deployment runbook. The Milestone 3 process comes from docker-compose.yml and Hush_Milestone3_Runbook.md.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979c9ff30e45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6068fc8d7c84baa" /><Relationship Type="http://schemas.openxmlformats.org/officeDocument/2006/relationships/slideLayout" Target="/ppt/slideLayouts/slideLayout1.xml" Id="Rae5781047eb543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5781047eb543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3f1b7666a649fb" /><Relationship Type="http://schemas.openxmlformats.org/officeDocument/2006/relationships/notesSlide" Target="/ppt/notesSlides/notesSlide1.xml" Id="R211967a0542941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82d26be0d146e6" /><Relationship Type="http://schemas.openxmlformats.org/officeDocument/2006/relationships/notesSlide" Target="/ppt/notesSlides/notesSlide2.xml" Id="Rc965778d782f4af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18D57E-7EFC-4B27-A07B-0A6A80C0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Hush container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7F53B0-6EC9-4B59-BF65-00D260FE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One versioned linux/amd64 artifact runs locally and on the GCP VM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8F54F-90A9-46A3-BFC0-9BCC2CC8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831E08-5AE2-4774-BBD4-6A1A2B8B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2143125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DCEBFF"/>
          </a:solidFill>
          <a:ln xmlns:a="http://schemas.openxmlformats.org/drawingml/2006/main" w="19050">
            <a:solidFill>
              <a:srgbClr val="2563EB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35C19-4F1A-4BF1-85BD-F0E1B9809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8595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Native Mac client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98EA73-4E6B-4A24-913E-DB766D64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38375"/>
            <a:ext cx="16668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Microphone</a:t>
            </a:r>
          </a:p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Global hotkey</a:t>
            </a:r>
          </a:p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Text insertion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569AEC-BF42-46D8-B53B-5A342118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6697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8BDA99-AB4C-44A1-9838-27D2311E5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1431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4117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2563EB"/>
                </a:solidFill>
                <a:latin typeface="Helvetica Neue"/>
                <a:ea typeface="Helvetica Neue"/>
                <a:cs typeface="Helvetica Neue"/>
              </a:rPr>
              <a:t>TCP 57327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77422D-C7A0-43B1-8363-8AFD8C266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495425"/>
            <a:ext cx="8172450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19050">
            <a:solidFill>
              <a:srgbClr val="BCCCD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409BE0-BB85-422A-808C-4DE90A40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002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Private Compose network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F1DD96-437F-4A73-A189-BFDE4993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047875"/>
            <a:ext cx="300037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DDF5EF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AC0110-7077-4595-8129-4611F4F5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190750"/>
            <a:ext cx="2447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Hush v1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CC748-ED0D-4E79-81A5-FAFDF090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609850"/>
            <a:ext cx="252412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FastAPI dashboard and API</a:t>
            </a:r>
          </a:p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Whisper transcription</a:t>
            </a:r>
          </a:p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SQLite history and snippets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80EB98-9613-491E-BDA0-D2A4DB909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361950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Published in Artifact Registry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AFE94B-92F0-41CE-91A7-1B3ED3AFA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52750"/>
            <a:ext cx="971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F766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E6BFE7-36AE-4F09-A67E-1A713E68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19375"/>
            <a:ext cx="800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70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HTTP 11434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6A977-C8E9-4DF6-B59A-B86508EC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047875"/>
            <a:ext cx="3514725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2D6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C931BE-F8AE-4D16-A42F-EFD89006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2828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205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Ollama 0.35.0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28B0B8-EB42-4BC3-9B33-80CFCD4D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638425"/>
            <a:ext cx="261937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Cleanup service</a:t>
            </a:r>
          </a:p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llama3.2:3b model</a:t>
            </a:r>
          </a:p>
          <a:p xmlns:a="http://schemas.openxmlformats.org/drawingml/2006/main">
            <a:pPr algn="ctr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No public host port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E2805D-7369-4DF3-9F9E-350D68B3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619500"/>
            <a:ext cx="2619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Model init runs once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53ADB1-8B33-4BE6-99A6-15E47E13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14775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F766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96E391-179F-42AD-ABA3-36B024D9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14775"/>
            <a:ext cx="0" cy="619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7706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90DE0E-931E-4969-9DBD-27F1A5B9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533900"/>
            <a:ext cx="7591425" cy="752475"/>
          </a:xfrm>
          <a:prstGeom xmlns:a="http://schemas.openxmlformats.org/drawingml/2006/main" prst="roundRect">
            <a:avLst>
              <a:gd name="adj" fmla="val 101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CCCDC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942D73-9F65-4223-A161-3AADA0AF3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4820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Named volumes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55B0A3-39DC-483B-85C9-964BDFB5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48200"/>
            <a:ext cx="538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hush-data   Whisper cache   Ollama models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292A26C-C5C2-4C6F-801F-244191174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953000"/>
            <a:ext cx="7029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4444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History and models survive container recreation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1BE280-E6A9-422C-B476-721EE1DBC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14975"/>
            <a:ext cx="110204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9050">
            <a:solidFill>
              <a:srgbClr val="102A4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D21BDD-3388-4E1A-9777-A2DC9B01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273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Same v1 digest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A78CDB-2BF2-4A52-B44A-0690BF11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610225"/>
            <a:ext cx="8048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Laptop runs the AMD64 image through emulation. The VM pulls that exact artifact.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687DCE-6E79-4622-9545-6E59FE87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15025"/>
            <a:ext cx="804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rPr>
              <a:t>Port 57327 remains unchanged from Milestone 2</a:t>
            </a:r>
          </a:p>
        </p:txBody>
      </p:sp>
    </p:spTree>
    <p:extLst>
      <p:ext uri="{BB962C8B-B14F-4D97-AF65-F5344CB8AC3E}">
        <p14:creationId xmlns:p14="http://schemas.microsoft.com/office/powerpoint/2010/main" val="1421650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2EDB12-7C7F-4262-A45F-EAB53E76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Manual VM setup versus container deployment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1467B-C6EB-4D9A-96B6-76CF73514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7630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627D98"/>
                </a:solidFill>
                <a:latin typeface="Helvetica Neue"/>
                <a:ea typeface="Helvetica Neue"/>
                <a:cs typeface="Helvetica Neue"/>
              </a:rPr>
              <a:t>Containerization removed dependency drift and made rollback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51CA35-AC5C-4B44-A593-E110F05D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11010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563E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7FCDC2-0DB9-48CC-9316-E78360157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MILESTONE 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F27BB-B1D8-4A83-A04B-DD8C029A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562100"/>
            <a:ext cx="4905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MILESTONE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F61D39-6355-4449-86A2-1A306A4D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14525"/>
            <a:ext cx="5010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B"/>
          </a:solidFill>
          <a:ln xmlns:a="http://schemas.openxmlformats.org/drawingml/2006/main" w="19050">
            <a:solidFill>
              <a:srgbClr val="D97706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8814E9-8838-49BC-AA03-4CE8143E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Manual VM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4F008-4AC0-4D51-B9A3-29F90ED6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0325"/>
            <a:ext cx="43053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Copy the repository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Create and activate a virtual environment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Install Linux packages and Python dependencies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Configure environment files and systemd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Diagnose headless import and display failures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Repeat setup after VM replacement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CAF6D7-3313-46CC-A3F1-55EA4317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76775"/>
            <a:ext cx="430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97706"/>
                </a:solidFill>
                <a:latin typeface="Helvetica Neue"/>
                <a:ea typeface="Helvetica Neue"/>
                <a:cs typeface="Helvetica Neue"/>
              </a:rPr>
              <a:t>Result: setup depended on machine state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88470D-0F64-4DAF-B205-4DE5A309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914525"/>
            <a:ext cx="5010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AF7"/>
          </a:solidFill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07421C-82F2-4935-831A-ACF910F4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95500"/>
            <a:ext cx="4438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Container deployment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0E16BC-C0E8-43AD-94EE-9687B14F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00325"/>
            <a:ext cx="43053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Pull the explicit v1 image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Provide runtime token and allowed host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Start the declared Compose services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Reuse persistent data and model volumes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Verify health and the immutable digest</a:t>
            </a:r>
          </a:p>
          <a:p xmlns:a="http://schemas.openxmlformats.org/drawingml/2006/main">
            <a:pPr algn="l">
              <a:def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243B53"/>
                </a:solidFill>
                <a:latin typeface="Helvetica Neue"/>
                <a:ea typeface="Helvetica Neue"/>
                <a:cs typeface="Helvetica Neue"/>
              </a:rPr>
              <a:t>Roll back by selecting an earlier version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A2B568-6BA9-434F-8926-0208F580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676775"/>
            <a:ext cx="4305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F766E"/>
                </a:solidFill>
                <a:latin typeface="Helvetica Neue"/>
                <a:ea typeface="Helvetica Neue"/>
                <a:cs typeface="Helvetica Neue"/>
              </a:rPr>
              <a:t>Result: the artifact defines the environment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49DEFA-1106-47E9-A01D-592DA312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91150"/>
            <a:ext cx="110871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9050">
            <a:solidFill>
              <a:srgbClr val="102A4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DF88C-5D1A-4147-A4E8-190E73D5F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24500"/>
            <a:ext cx="1952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848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Problem solved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FC4373-0C37-47DE-8C80-84BA2A0A7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486400"/>
            <a:ext cx="8458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02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Every teammate and the VM now run the same tested Hush image instead of recreating a server by hand.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9233F-4BC9-4D21-A0F8-DBBE5DF95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895975"/>
            <a:ext cx="845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D9E2EC"/>
                </a:solidFill>
                <a:latin typeface="Helvetica Neue"/>
                <a:ea typeface="Helvetica Neue"/>
                <a:cs typeface="Helvetica Neue"/>
              </a:rPr>
              <a:t>Deployment becomes pull, configure, run, and verify.</a:t>
            </a:r>
          </a:p>
        </p:txBody>
      </p:sp>
    </p:spTree>
    <p:extLst>
      <p:ext uri="{BB962C8B-B14F-4D97-AF65-F5344CB8AC3E}">
        <p14:creationId xmlns:p14="http://schemas.microsoft.com/office/powerpoint/2010/main" val="11213824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2026-10-01T20:16:10.8670000Z</dcterms:created>
  <dcterms:modified xsi:type="dcterms:W3CDTF">2026-10-01T20:16:10.8670000Z</dcterms:modified>
</coreProperties>
</file>